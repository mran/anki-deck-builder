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为什么是三次而不是两次?防止已失效的连接请求报文突然又传到服务器而产生错误。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TIME_WAIT 等待 2MSL 是为了保证最后一个 ACK 能到达,以及让旧连接的报文在网络中消失。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DNS 主要使用 UDP 53 端口,区域传送时使用 TCP。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注意区分流量控制(接收方窗口 rwnd)与拥塞控制(拥塞窗口 cwnd)。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三次握手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客户端发送 SYN,进入 SYN_SENT 状态</a:t>
            </a:r>
          </a:p>
          <a:p>
            <a:r>
              <a:t>服务器回复 SYN+ACK,进入 SYN_RCVD 状态</a:t>
            </a:r>
          </a:p>
          <a:p>
            <a:r>
              <a:t>客户端回复 ACK,双方进入 ESTABLISHED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四次挥手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主动关闭方发送 FIN</a:t>
            </a:r>
          </a:p>
          <a:p>
            <a:r>
              <a:t>被动方回复 ACK,进入 CLOSE_WAIT</a:t>
            </a:r>
          </a:p>
          <a:p>
            <a:r>
              <a:t>被动方发送 FIN,进入 LAST_ACK</a:t>
            </a:r>
          </a:p>
          <a:p>
            <a:r>
              <a:t>主动方回复 ACK,进入 TIME_WAIT,等待 2MSL 后关闭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vs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TCP:面向连接、可靠传输、有拥塞控制、首部 20 字节起</a:t>
            </a:r>
          </a:p>
          <a:p>
            <a:r>
              <a:t>UDP:无连接、尽最大努力交付、首部 8 字节</a:t>
            </a:r>
          </a:p>
          <a:p>
            <a:r>
              <a:t>UDP 适合实时音视频、DNS 查询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拥塞控制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慢开始:cwnd 从 1 开始指数增长</a:t>
            </a:r>
          </a:p>
          <a:p>
            <a:r>
              <a:t>拥塞避免:达到 ssthresh 后线性增长</a:t>
            </a:r>
          </a:p>
          <a:p>
            <a:r>
              <a:t>快重传:收到 3 个重复 ACK 立即重传</a:t>
            </a:r>
          </a:p>
          <a:p>
            <a:r>
              <a:t>快恢复:ssthresh 减半,cwnd 设为新的 ssthresh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常见端口号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80,HTTPS 443</a:t>
            </a:r>
          </a:p>
          <a:p>
            <a:r>
              <a:t>SSH 22,FTP 21(控制)/20(数据)</a:t>
            </a:r>
          </a:p>
          <a:p>
            <a:r>
              <a:t>SMTP 25,DNS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